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14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25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30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35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45 gap — cheapest 1&amp;1 AG, most expensive 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tariff_5g_er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Telefonica O2 Germany at EUR 0.17/GB | 5G premium fully eroded: all plans now include 5G as of H2_2025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DSL: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L: EUR 35/mo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AG 1&amp;1 DSL 250: EUR 40/mo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L: EUR 45/mo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M: EUR 30/mo 50.0Mbps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Kabel: EUR 40/mo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XL Cable: EUR 50/mo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250 Kabel: EUR 35/mo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1000 Kabel: EUR 50/mo 1000.0Mbps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Glasfaser: EUR 45/mo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L: EUR 45/mo 600.0Mbps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 Glasfaser: EUR 55/mo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M: EUR 35/mo 300.0Mbps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XL: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Premium: EUR 80/mo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Premium: EUR 120/mo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Basic: EUR 50/mo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S: EUR 65/mo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Telefonica O2 Germany O2 All-in-One S at EUR 35/mo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88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85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85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score 70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subscriber acquisition focus;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95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85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65 (market avg 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90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40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All 1&amp;1 mobile subscribers have migrated to its own OpenRAN 5G network (first in Europe). Approximately 1,500 own base stations operational, ~4,500 under construction. Achieved the 25% population coverage regulatory deadline target. Q3 2025 mobile net adds +40K (H1 roughly flat due to migration impact). 9-month CAPEX €228.7M primarily for network build-out.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B2B, Wholesale | Declining: Fixed Broadband, TV/Convergence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service revenue grew 2.8% in Q3 (Q2: 3.8%), growth decelerating. Reason: wholesale revenue growth partially offset by ARPU pressure and service provider payment timing. Post-1&amp;1 migration, netw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1,520M; up 2.8% YoY; ARPU 12.8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pricing strategy: another price increase in January 2026, adopting a 'more-for-more' approach. Fixed-line consumer revenue has stabilized. New customer broadband ARPU at a 3-year high (+21%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795.0M; growth -1.1% YoY; Fiber subs 1480K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520.0M; growth +8.5% YoY; 16.8% of total revenue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 increased 2.1%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['Marcel de Groot (CEO)', 'Anna Googel (CFO)', 'Gerhard Mack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Transformation-oriented culture under Vodafone Group direction; customer-centricity push via NPS programs; agile transformation in digital operations; German engineering tradition meets UK group culture.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Marcel de Groot: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Anna Googel: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Gerhard Mack: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10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BNetzA extends 800/1800/2600 MHz spectrum by 5 years: may create new market access or subsidy opportunities for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German government launches €1.2B Gigabit Funding Programme 2025: may create new market access or subsidy opportunities for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0000"/>
                </a:solidFill>
                <a:latin typeface="Arial"/>
              </a:defRPr>
            </a:pPr>
            <a:r>
              <a:t>As The Squeezed Middle: close the leadership gap with aggressive growth in high-momentum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B2B, TV/Convergence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B2B, TV/Convergence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Fixed Broadband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Fixed Broadband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Offensive. As The Squeezed Middle: close the leadership gap with aggres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€1,520M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B2B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B2B at €520M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B2B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23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36.2%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