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Bolivia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Bolivia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(+2.0%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Bolivia telecom market totals BOB 3,812M in quarterly revenue;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Bolivia leads with 50% revenue share. Target operator holds 50%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BOB 1,890M; EBITDA margin 42.6%; stable but facing challenges; key strength: Brand Strength; key challenge: 5G coverage gap at only 0.0%; Management outlook: Bolivia mobile growth steady with data adoption driving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4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13 grow/invest, 3 acquire skills, 4 harvest, 3 avoid/exit. Focus resources on the 13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BOB 3.8B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+2.0%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(Tigo Bolivia: 49.6%, Entel Bolivia: 37.3%, Viva Bolivia: 13.2%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(+2.0%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mature. (+2.0%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3,812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12,460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464.0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Bolivia revenue growth 6.8%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Bolivia launches fiber broadband in Santa Cruz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Bolivia telecom market totals BOB 3,812M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data in rural/highland areas, Indigenous language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Faster mobile data speeds, Home broadband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business connectivity, Cloud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Bolivia telecom market totals BOB 3,812M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Bolivia telecom market totals BOB 3,812M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Bolivia revenue growth 6.8%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Bolivia launches fiber broadband in Santa Cruz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Bolivia telecom market totals BOB 3,812M in quarterly revenue;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Bolivia leads with 50% revenue share. Target operator holds 50%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Viva 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€502M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-2.1%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45 (market avg 63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42 (market avg 55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38 (market avg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50 (market avg 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Viva Bo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Entel 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€1,420M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€426M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75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50 (market avg 45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68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62 (market avg 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Steady growth trajectory;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Entel Bo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Bolivia leads with 50% revenue share. Target operator holds 50%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€1,890M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+6.78%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€805M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+7.3%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42.6%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15.6%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BOB 1,890M; EBITDA margin 42.6%; stable but facing challenges; key strength: Brand Strength; key challenge: 5G coverage gap at only 0.0%; Management outlook: Bolivia mobile growth steady with data adoption driving revenue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€1,340M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€5,760M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€590M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Bolivia mobile growth steady with data adoption driving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1,340M; up 6.3% YoY; ARPU 23.3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Bolivia launches fiber broadband in Santa Cruz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2.9%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4.2%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350.0M; growth +12.9% YoY; Fiber subs 45K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5.6%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110.0M; 5.8%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€165M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3.1%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165K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1,950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['Mario Zanatti (CEO)', 'Claudia Torres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Market leader; Millicom standards; Tigo Money driving financial inclusion; challenging regulatory environment.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Mario Zanatti: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Claudia Torres: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78 (market avg 63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65 (market avg 55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62 (market avg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80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45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60 (market avg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Government favoritism toward state-owned Entel: Regulatory asymmetry and spectrum allocation disadvantage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Challenging geography (Andes + Amazon) limits rural coverage economics: High per-site deployment costs in mountainous terrain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BOB 1,890M; EBITDA margin 42.6%; stable but facing challenges; key strength: Brand Strength; key challenge: 5G coverage gap at only 0.0%; Management outlook: Bolivia mobile growth steady with data adoption driving revenue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78 (market avg 63)'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78 (market avg 63)'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12 strengths, 3 weaknesses, 4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78 (market avg 63)' to capture the opportunity of 'Regulatory Environment: Compliance requirements and spectrum policies directly affect tigo_bolivia'.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65 (market avg 55)' to capture the opportunity of 'National Digital Strategy: Fiber/5G coverage mandates may require tigo_bolivia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62 (market avg 50)' to capture the opportunity of 'Tigo Bolivia revenue growth 6.8%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80 (market avg 68)' to capture the opportunity of 'Tigo Bolivia launches fiber broadband in Santa Cruz'.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23 opportunities: 13 grow/invest, 3 acquire skills, 4 harvest, 3 avoid/exit. Focus resources on the 13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€1,340M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€350M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13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42.6%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mature. (+2.0%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Bolivia telecom market totals BOB 3,812M in quarterly revenue;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Bolivia leads with 50% revenue share. Target operator holds 50%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BOB 1,890M; EBITDA margin 42.6%; stable but facing challenges; key strength: Brand Strength; key challenge: 5G coverage gap at only 0.0%; Management outlook: Bolivia mobile growth steady with data adoption driving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4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23 opportunities: 13 grow/invest, 3 acquire skills, 4 harvest, 3 avoid/exit. Focus resources on the 13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