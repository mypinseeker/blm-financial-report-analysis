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19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11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18 grow/invest, 3 acquire skills, 0 harvest, 0 avoid/exit. Focus resources on the 18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Market Size: EUR 12.3B (quarterly, CQ4_2025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Growth Rate: +0.3% YoY (CQ2_2025 -&gt; CQ4_2025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Profit Trend: Stable (industry EBITDA margin ~36.6%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Concentration: CR4 = 100% (Deutsche Telekom: 50.3%, Vodafone Germany: 25.1%, Telefonica O2 Germany: 16.2%, 1&amp;1 AG: 8.4%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Lifecycle Stage: 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Key Success Factors: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 and coverage breadth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Convergent (FMC) bundling strategy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B2B/ICT capabilities for enterprise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Operational efficiency (OPEX/revenue ratio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Social media and streaming-optimized plans, eSIM and digital-first experience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88.0/100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75.0/100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95.0/100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82.0/100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80.0/100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1&amp;1OpenRAN 5G1,5004,50025%Q3 2025+4H19CAPEX €2.287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EUR 1520.0M; up 2.8% YoY; ARPU EUR 12.8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EUR 795.0M; growth -1.1% YoY; Fiber subs 1480K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EUR 520.0M; growth +8.5% YoY; 16.8% of total revenue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3 weaknesses, 11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Potential impact on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Potential impact on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11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18 grow/invest, 3 acquire skills, 0 harvest, 0 avoid/exit. Focus resources on the 18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