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19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Penetration.. Industry is mature. (+0.3%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11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21 opportunities: 18 grow/invest, 3 acquire skills, 0 harvest, 0 avoid/exit. Focus resources on the 18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+0.3%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CR4 = 100% (Deutsche Telekom: 50.3%, Vodafone Germany: 25.1%, Telefonica O2 Germany: 16.2%, 1&amp;1 AG: 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Penetration.. Industry is mature. (+0.3%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Penetration.. Industry is mature. (+0.3%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12,327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31,420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Social media and streaming-optimized plans, eSIM and digital-first experience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88.0/100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75.0/100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85.0/100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 O2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€6,200M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€2,610M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95.0/100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82.0/100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85.0/100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 Telekom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€1,035M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Sustainability: 80.0/100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 And 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Vodafone Germany vs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Deutsche Telekom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1&amp;1OpenRAN 5G1,5004,50025%Q3 2025+4H19CAPEX €2.287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€3,092M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25.9%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€32,500M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€23,200M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EUR 1520.0M; up 2.8% YoY; ARPU EUR 12.8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€795M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€9,940M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EUR 795.0M; growth -1.1% YoY; Fiber subs 1480K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€215M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16.8%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EUR 520.0M; growth +8.5% YoY; 16.8% of total revenue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€268M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€7,740M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€4,900M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3 weaknesses, 11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Potential impact on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Potential impact on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Penetration.. Industry is mature. (+0.3%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11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21 opportunities: 18 grow/invest, 3 acquire skills, 0 harvest, 0 avoid/exit. Focus resources on the 18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