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Honduras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Honduras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(+2.5%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Honduras telecom market totals HNL 8,300M in quarterly revenue; competitive strengths in Availability, Social/Brand;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Honduras leads with 57% revenue share. Target operator holds 57%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HNL 4,760M; EBITDA margin 45.0%; stable but facing challenges; key strength: Brand Strength; key challenge: 5G coverage gap at only 0.0%; Management outlook: Honduras mobile growth driven by data monetization and prepaid-to-postpaid migration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5 opportunities, and 5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14 grow/invest, 3 acquire skills, 4 harvest, 3 avoid/exit. Focus resources on the 14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HNL 8.3B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+2.5%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(Tigo Honduras: 57.3%, Claro Honduras: 33.9%, Digicel Honduras: 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(+2.5%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(+2.5%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8,300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12,570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740.0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Honduras revenue growth 7.2%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Digicel Honduras revenue decline 5.2%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Digicel Honduras continues subscriber decline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Honduras expands HFC network to secondary cities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Honduras telecom market totals HNL 8,300M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data bundles for low income, Rural connectivity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Urban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Faster mobile broadband, Home internet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Enterprise-grade connectivity, Managed IT services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Honduras telecom market totals HNL 8,300M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Honduras telecom market totals HNL 8,300M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Honduras revenue growth 7.2%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Digicel Honduras revenue decline 5.2%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Honduras expands HFC network to secondary cities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Digicel Honduras continues subscriber decline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Honduras telecom market totals HNL 8,300M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Honduras leads with 57% revenue share. Target operator holds 57%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Hn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€2,810M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+4.7%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75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65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Hn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Digicel Hn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-5.6%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€165M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22.6%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45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42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38 (market avg 55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50 (market avg 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Digicel Hn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Honduras leads with 57% revenue share. Target operator holds 57%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€4,760M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+7.21%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€2,140M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+7.0%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15.0%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HNL 4,760M; EBITDA margin 45.0%; stable but facing challenges; key strength: Brand Strength; key challenge: 5G coverage gap at only 0.0%; Management outlook: Honduras mobile growth driven by data monetization and prepaid-to-postpaid migration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€3,050M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€6,500M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€980M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Honduras mobile growth driven by data monetization and prepaid-to-postpaid migration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3,050M; up 7.0% YoY; ARPU 46.9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€1,250M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9.6%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€525M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TV and broadband remain key growth drivers, expanding to secondary cities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Honduras expands HFC network to secondary cities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2.9%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1,250M; growth +9.6% YoY; Fiber subs 65K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€230M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2.8%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230.0M; 4.8%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€420M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TV and broadband remain key growth drivers, expanding to secondary cities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Honduras expands HFC network to secondary cities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2.4%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420K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120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2,950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['Juan Carlos Suazo (CEO)', 'Patricia Reyes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Market leader confidence; strong local management; Millicom operational standards; community engagement via Tigo Money.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Juan Carlos Suazo: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Patricia Reyes: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83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59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68 (market avg 55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62 (market avg 47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65 (market avg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Political and economic instability affecting investment climate: Currency depreciation increasing equipment costs, potential regulatory uncertainty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Dependence on prepaid revenue in low-income market: Limited ARPU growth potential constrained by purchasing power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HNL 4,760M; EBITDA margin 45.0%; stable but facing challenges; key strength: Brand Strength; key challenge: 5G coverage gap at only 0.0%; Management outlook: Honduras mobile growth driven by data monetization and prepaid-to-postpaid migration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83 (market avg 68)'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'5G coverage gap at only 0.0%' to unlock...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83 (market avg 68)'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'5G coverage gap at only 0.0%' and defe...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12 strengths, 3 weaknesses, 5 opportunities, and 5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83 (market avg 68)' to capture the opportunity of 'Regulatory Environment: Compliance requirements and spectrum policies directly affect tigo_honduras'.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70 (market avg 59)' to capture the opportunity of 'National Digital Strategy: Fiber/5G coverage mandates may require tigo_honduras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68 (market avg 55)' to capture the opportunity of 'Tigo Honduras revenue growth 7.2%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85 (market avg 70)' to capture the opportunity of 'Digicel Honduras revenue decline 5.2% YoY'.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Mobile, Fixed Broadband, B2B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Offensive. As The Dominant Leader: defend leadership through innovation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€3,050M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€1,250M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14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45.0%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(+2.5%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Honduras telecom market totals HNL 8,300M in quarterly revenue; competitive strengths in Availability, Social/Brand;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Honduras leads with 57% revenue share. Target operator holds 57%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HNL 4,760M; EBITDA margin 45.0%; stable but facing challenges; key strength: Brand Strength; key challenge: 5G coverage gap at only 0.0%; Management outlook: Honduras mobile growth driven by data monetization and prepaid-to-postpaid migration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12 strengths, 3 weaknesses, 5 opportunities, and 5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14 grow/invest, 3 acquire skills, 4 harvest, 3 avoid/exit. Focus resources on the 14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