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Eir Ie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Ireland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(+3.4%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Ireland telecom market totals EUR 764.0M in quarterly revenue; competitive strengths in Availability, Performance;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eir leads with 45% revenue share. Target operator holds 45% share. Strongest competitive force: Substitutes.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EUR 345.0M; EBITDA margin 46.1%; stable but facing challenges; key strength: Distribution; key challenge: Price Competitiveness; Management outlook: FY2024 revenue EUR 1,326M (+2%), EBITDA EUR 614M (+4%), margin 46.3%. Mobile subs 1,509K (+6% YoY). Fiber BB connections 886K (94% on fiber). NJJ ownership consolidated to &gt;70%.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2 opportunities, and 2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17 opportunities: 11 grow/invest, 2 acquire skills, 2 harvest, 2 avoid/exit. Focus resources on the 11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0.8B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+3.4%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(eir: 45.2%, Vodafone Ireland: 34.0%, Three Ireland: 20.8%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(+3.4%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(+3.4%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764.0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6,039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887.0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Liberty Global in talks to acquire Three Ireland for EUR 1.5B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Ireland telecom market totals EUR 764.0M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 Convergent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Reliable high-speed fiber across all of Ireland (rural gap), Seamless fixed-mobile convergent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Value-Seeking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mobile data plans, Transparent pricing without bill shock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Digital-First / Young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eSIM and digital-first onboarding, Flexible SIM-only plans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Public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Reliable connectivity for multinational HQs (Ireland is EU tech hub), Private 5G for pharmaceutical manufacturing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Ireland telecom market totals EUR 764.0M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Ireland telecom market totals EUR 764.0M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Limited data to assess value migration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Ireland telecom market totals EUR 764.0M in quarterly revenue; competitive strengths in Availability, Performance;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eir leads with 45% revenue share. Target operator holds 45% share. Strongest competitive force: Substitutes.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Vodafone 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+3.6%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13.1%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78 (market avg 71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85 (market avg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68 (market avg 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Vodafone 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Three 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€42M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26.4%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85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65 (market avg 71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Three Ie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eir leads with 45% revenue share. Target operator holds 45% share. Strongest competitive force: Substitutes.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Eir Ie vs Vodafone 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Vodafone Ie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€345M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+4.55%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+4.6%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46.1%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22.0%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+4.8% | Accelerating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EUR 345.0M; EBITDA margin 46.1%; stable but facing challenges; key strength: Distribution; key challenge: Price Competitiveness; Management outlook: FY2024 revenue EUR 1,326M (+2%), EBITDA EUR 614M (+4%), margin 46.3%. Mobile subs 1,509K (+6% YoY). Fiber BB connections 886K (94% on fiber). NJJ ownership consolidated to &gt;70%.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45.2%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+0.7pp gaining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Vodafone Ireland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34.0%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-0.2pp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Three Ireland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20.8%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-0.6pp losing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3,630 (Highly Concentrated) | CR3: 100.0% | Trend: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25.0% (+0.9pp) | Broadband: 53.3% (-1.4pp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45.2% (#1); gaining (+0.7pp); market is highly concentrated (HHI 3,630).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+4.8%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(60/100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+5.4%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(58/100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+0.6%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Stabilizing (47/100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Accelerating Growth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Broadband, B2B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€96M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€1,509M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€1,203M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 revenue EUR 1,326M (+2%), EBITDA EUR 614M (+4%), margin 46.3%. Mobile subs 1,509K (+6% YoY). Fiber BB connections 886K (94% on fiber). NJJ ownership consolidated to &gt;70%.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4.3%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96.0M; up 6.7% YoY; ARPU 26.0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€178M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€473M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-2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 revenue EUR 1,326M (+2%), EBITDA EUR 614M (+4%), margin 46.3%. Mobile subs 1,509K (+6% YoY). Fiber BB connections 886K (94% on fiber). NJJ ownership consolidated to &gt;70%.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EUR 1.7B invested since 2018. FTTH passing 1.3M premises (+17% YoY), targeting 1.9M by 2026 via InfraVia JV. Combined FTTH/FTTC 2.2M premises (95% of Ireland). TV +11% to 112K.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3.5%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178.0M; growth +4.7% YoY; Fiber subs 455K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13.9%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4.3%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48.0M; 13.9%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€112M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EUR 1.7B invested since 2018. FTTH passing 1.3M premises (+17% YoY), targeting 1.9M by 2026 via InfraVia JV. Combined FTTH/FTTC 2.2M premises (95% of Ireland). TV +11% to 112K.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112K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350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Technology: GPON/XGS-PON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Ftth Premises K: 1300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['Oliver Loomes (CEO)', 'Stephen Tighe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High-investment posture; Incumbent transforming under NJJ ownership. More agile since Niel took control. Investment-focused. Customer satisfaction improving.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Oliver Loomes: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Stephen Tighe: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88 (market avg 83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85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95 (market avg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46.1%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Dominant market share at 45.2%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68 (market avg 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capex burden from FTTH network rollout: Elevated investment constraining free cash flow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Wholesale obligation means competitors benefit from eir's fiber investment: eir builds the network but competitors can resell at regulated prices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EUR 345.0M; EBITDA margin 46.1%; stable but facing challenges; key strength: Distribution; key challenge: Price Competitiveness; Management outlook: FY2024 revenue EUR 1,326M (+2%), EBITDA EUR 614M (+4%), margin 46.3%. Mobile subs 1,509K (+6% YoY). Fiber BB connections 886K (94% on fiber). NJJ ownership consolidated to &gt;70%.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'Distribution: score 88 (market avg 83)' to capt...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'Price Competitiveness: score 68 (market...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'Distribution: score 88 (market avg 83)' to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'Price Competitiveness: score 68 (marke...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3 weaknesses, 2 opportunities, and 2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17 opportunities: 11 grow/invest, 2 acquire skills, 2 harvest, 2 avoid/exit. Focus resources on the 11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17 opportunities: 11 grow/invest, 2 acquire skills, 2 harvest, 2 avoid/exit. Focus resources on the 11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88 (market avg 83)' to capture the opportunity of 'Regulatory Environment: Compliance requirements and spectrum policies directly affect eir_ie'.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85 (market avg 74)' to capture the opportunity of 'National Digital Strategy: Fiber/5G coverage mandates may require eir_ie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5G SA enabling network slicing and enterprise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5G SA enabling network slicing and enterprise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AI/ML for network optimization and customer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AI/ML for network optimization and customer experience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17 opportunities: 11 grow/invest, 2 acquire skills, 2 harvest, 2 avoid/exit. Focus resources on the 11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B2B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Offensive. As The Dominant Leader: defend leadership through innovation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2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€96M showing strong momentum — invest to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€178M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11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46.1%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2 P0 (immediate), 3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(+3.4%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Ireland telecom market totals EUR 764.0M in quarterly revenue; competitive strengths in Availability, Performance;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eir leads with 45% revenue share. Target operator holds 45% share. Strongest competitive force: Substitutes.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EUR 345.0M; EBITDA margin 46.1%; stable but facing challenges; key strength: Distribution; key challenge: Price Competitiveness; Management outlook: FY2024 revenue EUR 1,326M (+2%), EBITDA EUR 614M (+4%), margin 46.3%. Mobile subs 1,509K (+6% YoY). Fiber BB connections 886K (94% on fiber). NJJ ownership consolidated to &gt;70%.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2 opportunities, and 2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17 opportunities: 11 grow/invest, 2 acquire skills, 2 harvest, 2 avoid/exit. Focus resources on the 11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