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Tigo Nicaragua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Nicaragua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Inflation Industry is mature. (+2.0%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Nicaragua telecom market totals NIO 4,130M in quarterly revenue; gaps in Assurances;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2-player market with medium competition intensity, Tigo Nicaragua leads with 58% revenue share. Target operator holds 58% share. Strongest competitive force: Substitutes.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#1 of 2 operators in market; revenue NIO 2,410M; EBITDA margin 45.0%; stable but facing challenges; key strength: Brand Strength; key challenge: 5G coverage gap at only 0.0%; Management outlook: Nicaragua remains stable with steady mobile growth despite political challenges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11 strengths, 3 weaknesses, 4 opportunities, and 3 threats. The recommended strategic posture is offensive (SO-dominant).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22 opportunities: 13 grow/invest, 3 acquire skills, 3 harvest, 3 avoid/exit. Focus resources on the 13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Inflation.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NIO 4.1B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+2.0%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(Tigo Nicaragua: 58.4%, Claro Nicaragua: 41.6%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mature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Inflation Industry is mature. (+2.0%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Inflation Industry is mature. (+2.0%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4,130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7,020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239.0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Nicaragua revenue growth 5.2%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Nicaragua expands 4G to Pacific coast cities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Nicaragua telecom market totals NIO 4,130M in quarterly revenue;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Prepaid Mass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data access, Coverage beyond Managua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Urban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Reliable home broadband, Better mobile speeds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Business-grade connectivity, Basic cloud services</a:t>
            </a:r>
          </a:p>
        </p:txBody>
      </p:sp>
      <p:pic>
        <p:nvPicPr>
          <p:cNvPr id="18" name="Picture 17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Nicaragua telecom market totals NIO 4,130M in quarterly revenue;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Nicaragua telecom market totals NIO 4,130M in quarterly revenue;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trending upward: customers willing to pay more for premium connectivity and convergent bundles. Focus on upselling and cross-selling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 Nicaragua revenue growth 5.2%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 Nicaragua expands 4G to Pacific coast cities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Nicaragua telecom market totals NIO 4,130M in quarterly revenue;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2-player market with medium competition intensity, Tigo Nicaragua leads with 58% revenue share. Target operator holds 58% share. Strongest competitive force: Substitutes.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Claro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€1,720M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+2.5%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€533M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31.0%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16.2%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65 (market avg 70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68 (market avg 73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45 (market avg 50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58 (market avg 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Claro Ni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2-player market with medium competition intensity, Tigo Nicaragua leads with 58% revenue share. Target operator holds 58% share. Strongest competitive force: Substitutes.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€2,410M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+5.24%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€1,085M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+5.3%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45.0%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15.1%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pic>
        <p:nvPicPr>
          <p:cNvPr id="21" name="Picture 20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#1 of 2 operators in market; revenue NIO 2,410M; EBITDA margin 45.0%; stable but facing challenges; key strength: Brand Strength; key challenge: 5G coverage gap at only 0.0%; Management outlook: Nicaragua remains stable with steady mobile growth despite political challenges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€1,840M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4.4%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€4,150M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€415M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Nicaragua remains stable with steady mobile growth despite political challenges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1,840M; up 4.4% YoY; ARPU 44.3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€350M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12.9%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€165M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2.9% QoQ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3.1%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350.0M; growth +12.9% YoY; Fiber subs 22K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€100M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4.1%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stable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100.0M; 4.1% of total revenue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€111M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2.8% QoQ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111K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90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Ericsson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1,560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['Ernesto Chamorro (CEO)']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Growth-oriented strategic posture; Resilient operations in challenging environment; Millicom standards; community engagement.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Ernesto Chamorro: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75 (market avg 70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62 (market avg 58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55 (market avg 52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78 (market avg 73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55 (market avg 50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68 (market avg 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coverage gap at only 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Political instability and sanctions environment: Investment risk and potential operational restrictions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Smallest market in Millicom portfolio limits strategic priority: Lower investment priority relative to Guatemala, Colombia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#1 of 2 operators in market; revenue NIO 2,410M; EBITDA margin 45.0%; stable but facing challenges; key strength: Brand Strength; key challenge: 5G coverage gap at only 0.0%; Management outlook: Nicaragua remains stable with steady mobile growth despite political challenges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75 (market avg 70)'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'5G coverage gap at only 0.0%' to unlock...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75 (market avg 70)'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'5G coverage gap at only 0.0%' and defe...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11 strengths, 3 weaknesses, 4 opportunities, and 3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22 opportunities: 13 grow/invest, 3 acquire skills, 3 harvest, 3 avoid/exit. Focus resources on the 13 grow/invest items for maximum strategic impact.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22 opportunities: 13 grow/invest, 3 acquire skills, 3 harvest, 3 avoid/exit. Focus resources on the 13 grow/invest items for maximum strategic impact.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75 (market avg 70)' to capture the opportunity of 'Regulatory Environment: Compliance requirements and spectrum policies directly affect tigo_nicaragua'.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'Customer Service: score 62 (market avg 58)' to capture the opportunity of 'National Digital Strategy: Fiber/5G coverage mandates may require tigo_nicaragua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55 (market avg 52)' to capture the opportunity of 'Tigo Nicaragua revenue growth 5.2% YoY'.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'Distribution: score 78 (market avg 73)' to capture the opportunity of 'Tigo Nicaragua expands 4G to Pacific coast cities'.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22 opportunities: 13 grow/invest, 3 acquire skills, 3 harvest, 3 avoid/exit. Focus resources on the 13 grow/invest items for maximum strategic impact.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OFFENSIVE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Dominant Leader: defend leadership through innovation and ecosystem lock-in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Defend leadership through ecosystem expansion in Mobile, Fixed Broadband, TV/Convergence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Maintain #1 revenue share</a:t>
            </a:r>
            <a:br/>
            <a:r>
              <a:t>- Grow Mobile, Fixed Broadband, TV/Convergence by 5-8% YoY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Capitalize on competitive strengths to gain market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Outgrow competitors in key segments</a:t>
            </a:r>
            <a:br/>
            <a:r>
              <a:t>- Increase service differentiation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B2B, Wholesale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B2B, Wholesale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Dominant Leader, the strategic posture is Offensive. As The Dominant Leader: defend leadership through innovation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3 P0 (IMMEDIATE), 2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Network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Drive DOCSIS/Fiber rollout to increase homepass and improve quality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Homepass coverage +15% | Speed tier upgrades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€1,840M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€350M showing strong momentum — invest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Opportunity Portfolio 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13 grow/invest opportunities identified — establish execution office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Launch 3+ priority initiatives | Pipeline contribution tracking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489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897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16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45.0% — maintain through smart automation and resource reallocatio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6 critical tasks: 3 P0 (immediate), 2 P1 (1-2 years), 1 P2 (3-5 years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Inflation Industry is mature. (+2.0%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Nicaragua telecom market totals NIO 4,130M in quarterly revenue; gaps in Assurances;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2-player market with medium competition intensity, Tigo Nicaragua leads with 58% revenue share. Target operator holds 58% share. Strongest competitive force: Substitutes.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#1 of 2 operators in market; revenue NIO 2,410M; EBITDA margin 45.0%; stable but facing challenges; key strength: Brand Strength; key challenge: 5G coverage gap at only 0.0%; Management outlook: Nicaragua remains stable with steady mobile growth despite political challenges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11 strengths, 3 weaknesses, 4 opportunities, and 3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22 opportunities: 13 grow/invest, 3 acquire skills, 3 harvest, 3 avoid/exit. Focus resources on the 13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