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Paraguay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Paraguay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mature. (+1.9%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Paraguay telecom market totals PYG 3,815M in quarterly revenue; competitive strengths in Social/Brand;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Tigo Paraguay leads with 54% revenue share. Target operator holds 54%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PYG 2,060M; EBITDA margin 45.1%; stable but facing challenges; key strength: Brand Strength; key challenge: 5G coverage gap at only 0.0%; Management outlook: Paraguay mobile growth driven by data monetization and smartphone adoption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13 strengths, 3 weaknesses, 4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13 grow/invest, 3 acquire skills, 4 harvest, 3 avoid/exit. Focus resources on the 13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PYG 3.8B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+1.9%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(Tigo Paraguay: 54.0%, Claro Paraguay: 30.7%, Personal Paraguay: 15.3%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mature. (+1.9%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mature. (+1.9%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3,815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9,490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468.0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Paraguay revenue growth 6.2%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Paraguay expands 4G LTE to rural departments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Paraguay telecom market totals PYG 3,815M in quarterly revenue; competitive strengths in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data bundles, Better rural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Urban Postpaid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Convergent mobile + broadband bundles, Better speeds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Enterprise-grade connectivity, Cloud and managed services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Paraguay telecom market totals PYG 3,815M in quarterly revenue; competitive strengths in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Paraguay telecom market totals PYG 3,815M in quarterly revenue; competitive strengths in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Paraguay revenue growth 6.2%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Paraguay expands 4G LTE to rural departments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Paraguay telecom market totals PYG 3,815M in quarterly revenue; competitive strengths in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Tigo Paraguay leads with 54% revenue share. Target operator holds 54%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€1,170M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+3.6%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€395M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33.8%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Personal 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€585M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€138M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23.6%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50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48 (market avg 60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42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55 (market avg 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Defensive cost restructuring;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Personal 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Tigo Paraguay leads with 54% revenue share. Target operator holds 54%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€2,060M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+6.19%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+6.3%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45.1%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15.8%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PYG 2,060M; EBITDA margin 45.1%; stable but facing challenges; key strength: Brand Strength; key challenge: 5G coverage gap at only 0.0%; Management outlook: Paraguay mobile growth driven by data monetization and smartphone adoption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€1,340M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€4,620M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Paraguay mobile growth driven by data monetization and smartphone adoption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1,340M; up 6.3% YoY; ARPU 29.0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€490M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broadband and TV expansion driving fixed revenue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2.1%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2.9%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490.0M; growth +8.9% YoY; Fiber subs 52K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€130M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6.3%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4.0%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130.0M; 6.3% of total revenue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€255M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broadband and TV expansion driving fixed revenue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2.0% QoQ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255K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110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2,350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['Miguel Gomez (CEO)', 'Laura Mendez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Market leader confidence; Millicom standards; focus on digital inclusion and Tigo Money.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Miguel Gomez: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Laura Mendez: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60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68 (market avg 56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84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60 (market avg 49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65 (market avg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Dependence on prepaid in low-income market: Limited ARPU growth potential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network upgrade requirement for DOCSIS 3.1: Capex pressure for broadband competitiveness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PYG 2,060M; EBITDA margin 45.1%; stable but facing challenges; key strength: Brand Strength; key challenge: 5G coverage gap at only 0.0%; Management outlook: Paraguay mobile growth driven by data monetization and smartphone adoption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68)'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'5G coverage gap at only 0.0%' to unlock...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68)'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'5G coverage gap at only 0.0%' and defe...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13 strengths, 3 weaknesses, 4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13 grow/invest, 3 acquire skills, 4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13 grow/invest, 3 acquire skills, 4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68)' to capture the opportunity of 'Regulatory Environment: Compliance requirements and spectrum policies directly affect tigo_paraguay'.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70 (market avg 60)' to capture the opportunity of 'National Digital Strategy: Fiber/5G coverage mandates may require tigo_paraguay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68 (market avg 56)' to capture the opportunity of 'Tigo Paraguay revenue growth 6.2%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84 (market avg 70)' to capture the opportunity of 'Tigo Paraguay expands 4G LTE to rural departments'.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13 grow/invest, 3 acquire skills, 4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Dominant Leader: defend leadership through innovation and ecosystem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Defend leadership through ecosystem expansion in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Maintain #1 revenue share</a:t>
            </a:r>
            <a:br/>
            <a:r>
              <a:t>- Grow Mobile, Fixed Broadband, B2B by 5-8%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Dominant Leader, the strategic posture is Offensive. As The Dominant Leader: defend leadership through innovation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€1,340M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€490M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13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45.1%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3 P0 (immediate), 2 P1 (1-2 years), 1 P2 (3-5 years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mature. (+1.9%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Paraguay telecom market totals PYG 3,815M in quarterly revenue; competitive strengths in Social/Brand;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Tigo Paraguay leads with 54% revenue share. Target operator holds 54%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PYG 2,060M; EBITDA margin 45.1%; stable but facing challenges; key strength: Brand Strength; key challenge: 5G coverage gap at only 0.0%; Management outlook: Paraguay mobile growth driven by data monetization and smartphone adoption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13 strengths, 3 weaknesses, 4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13 grow/invest, 3 acquire skills, 4 harvest, 3 avoid/exit. Focus resources on the 13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