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Uruguay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Uruguay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(+2.0%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Uruguay telecom market totals UYU 14.1B in quarterly revenue; gaps in Performance, Ease of Use;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Antel Uruguay leads with 64% revenue share. Target operator holds 14% share. Strongest competitive force: Substitutes.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UYU 2,010M; EBITDA margin 30.0%; stable but facing challenges; key strength: Price Competitiveness; key challenge: Brand Strength; Management outlook: Uruguay entry progressing; mobile subscriber acquisition ahead of plan despite Antel dominance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3 strengths, 11 weaknesses, 4 opportunities, and 4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0 grow/invest, 13 acquire skills, 5 harvest, 5 avoid/exit. Focus resources on the 0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UYU 14.1B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+2.0%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(Antel Uruguay: 64.4%, Claro Uruguay: 21.3%, Tigo Uruguay: 14.3%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(+2.0%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(+2.0%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14,066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5,380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935.0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Uruguay revenue growth 6.3%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Antel deploys 5G in Montevideo and coastal cities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Millicom enters Uruguay market via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Uruguay telecom market totals UYU 14.1B in quarterly revenue; gaps in Performance, Ease of Use;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Higher mobile data speeds and allowances, Better convergent fixed-mobile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More affordable data packages, Flexible top-up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SME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Cloud-integrated connectivity, Managed IT services for SMEs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Uruguay telecom market totals UYU 14.1B in quarterly revenue; gaps in Performance, Ease of Use;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Uruguay telecom market totals UYU 14.1B in quarterly revenue; gaps in Performance, Ease of Use;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Uruguay revenue growth 6.3%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Millicom enters Uruguay market via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Antel deploys 5G in Montevideo and coastal cities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Uruguay telecom market totals UYU 14.1B in quarterly revenue; gaps in Performance, Ease of Use;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Antel Uruguay leads with 64% revenue share. Target operator holds 14% share. Strongest competitive force: Substitutes.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€2,996M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€899M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55 (market avg 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Steady growth trajectory;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Uy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Antel 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€9,060M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€3,624M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72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75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90 (market avg 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60 (market avg 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Steady growth trajectory;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Antel Uy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Antel Uruguay leads with 64% revenue share. Target operator holds 14% share. Strongest competitive force: Substitutes.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+6.35%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€603M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+6.1%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19.2%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UYU 2,010M; EBITDA margin 30.0%; stable but facing challenges; key strength: Price Competitiveness; key challenge: Brand Strength; Management outlook: Uruguay entry progressing; mobile subscriber acquisition ahead of plan despite Antel dominance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€1,775M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€350M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Uruguay entry progressing; mobile subscriber acquisition ahead of plan despite Antel dominance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2.4%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1,775M; up 6.0% YoY; ARPU 211.3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6.2%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85.0M; growth +30.8% YoY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2.5%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50.0M; 2.5%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Insufficient data for TV/convergence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880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['Martin Gonzalez (CEO)']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Leadership in transition (avg tenure &lt;1.5 years); Startup/challenger mentality within Millicom framework; aggressive commercial posture; lean operations.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Martin Gonzalez: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72 (market avg 67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30.0%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45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55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55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55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35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50 (market avg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New market entry competing against Antel state monopoly: Limited fixed-line access constrains convergent offerings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Small market size limits revenue potential: Difficulty achieving scale economies in 3.5M population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UYU 2,010M; EBITDA margin 30.0%; stable but facing challenges; key strength: Price Competitiveness; key challenge: Brand Strength; Management outlook: Uruguay entry progressing; mobile subscriber acquisition ahead of plan despite Antel dominance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72 (market avg 67)...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'Brand Strength: score 45 (market avg 68...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'Price Competitiveness: score 72 (market avg...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'Brand Strength: score 45 (market avg 6...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3 strengths, 11 weaknesses, 4 opportunities, and 4 threats. The recommended strategic posture is cautious (WT-dominant).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0 grow/invest, 13 acquire skills, 5 harvest, 5 avoid/exit. Focus resources on the 0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0 grow/invest, 13 acquire skills, 5 harvest, 5 avoid/exit. Focus resources on the 0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72 (market avg 67)' to capture the opportunity of 'Regulatory Environment: Compliance requirements and spectrum policies directly affect tigo_uruguay'.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30.0%' to capture the opportunity of 'National Digital Strategy: Fiber/5G coverage mandates may require tigo_uruguay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'Revenue on growth trajectory' to capture the opportunity of 'Tigo Uruguay revenue growth 6.3%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Tigo Uruguay revenue growth 6.3% YoY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Tigo Uruguay revenue growth 6.3% YoY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0 grow/invest, 13 acquire skills, 5 harvest, 5 avoid/exit. Focus resources on the 0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Distant Third: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Mobile, Fixed Broadband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Mobile, Fixed Broadband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Brand Strength: score 45 (market avg 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Brand Strength: score 45 (market avg 68)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5G-first network modernization — quality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- 5G population coverage 80%+</a:t>
            </a:r>
            <a:br/>
            <a:r>
              <a:t>- 5G revenue contribution 15%+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B2B, TV/Convergence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B2B, TV/Convergence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Distant Third, the strategic posture is Turnaround. As The Distant Third: stabilize core business, then selective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2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€1,775M showing strong momentum — invest to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€85M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30.0% — maintain through smart automation and resource reallocatio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critical tasks: 2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(+2.0%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Uruguay telecom market totals UYU 14.1B in quarterly revenue; gaps in Performance, Ease of Use;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Antel Uruguay leads with 64% revenue share. Target operator holds 14% share. Strongest competitive force: Substitutes.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UYU 2,010M; EBITDA margin 30.0%; stable but facing challenges; key strength: Price Competitiveness; key challenge: Brand Strength; Management outlook: Uruguay entry progressing; mobile subscriber acquisition ahead of plan despite Antel dominance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3 strengths, 11 weaknesses, 4 opportunities, and 4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0 grow/invest, 13 acquire skills, 5 harvest, 5 avoid/exit. Focus resources on the 0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